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4819650" cy="4819650"/>
  <p:notesSz cx="7772400" cy="10058400"/>
  <p:defaultTextStyle>
    <a:defPPr>
      <a:defRPr lang="ko-KR"/>
    </a:defPPr>
    <a:lvl1pPr marL="0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1pPr>
    <a:lvl2pPr marL="257674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2pPr>
    <a:lvl3pPr marL="515345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3pPr>
    <a:lvl4pPr marL="773019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4pPr>
    <a:lvl5pPr marL="1030693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5pPr>
    <a:lvl6pPr marL="1288365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6pPr>
    <a:lvl7pPr marL="1546038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7pPr>
    <a:lvl8pPr marL="1803710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8pPr>
    <a:lvl9pPr marL="2061384" algn="l" defTabSz="515345" rtl="0" eaLnBrk="1" latinLnBrk="1" hangingPunct="1">
      <a:defRPr sz="101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07" autoAdjust="0"/>
    <p:restoredTop sz="94640"/>
  </p:normalViewPr>
  <p:slideViewPr>
    <p:cSldViewPr snapToGrid="0">
      <p:cViewPr>
        <p:scale>
          <a:sx n="184" d="100"/>
          <a:sy n="184" d="100"/>
        </p:scale>
        <p:origin x="1280" y="14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3332B-846A-4D2B-8B67-F9309C5158BD}" type="datetimeFigureOut">
              <a:rPr lang="ko-KR" altLang="en-US" smtClean="0"/>
              <a:t>2025. 11. 24.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189163" y="1257300"/>
            <a:ext cx="33940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9759C8-8117-4BBC-AD53-31FC836FAE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408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1pPr>
    <a:lvl2pPr marL="381794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2pPr>
    <a:lvl3pPr marL="763589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3pPr>
    <a:lvl4pPr marL="1145383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4pPr>
    <a:lvl5pPr marL="1527177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5pPr>
    <a:lvl6pPr marL="1908973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6pPr>
    <a:lvl7pPr marL="2290766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7pPr>
    <a:lvl8pPr marL="2672561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8pPr>
    <a:lvl9pPr marL="3054355" algn="l" defTabSz="763589" rtl="0" eaLnBrk="1" latinLnBrk="1" hangingPunct="1">
      <a:defRPr sz="10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189163" y="1257300"/>
            <a:ext cx="3394075" cy="339407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9759C8-8117-4BBC-AD53-31FC836FAE8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6880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240989" y="1127627"/>
            <a:ext cx="4337494" cy="279514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40989" y="1127627"/>
            <a:ext cx="4337494" cy="279514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40988" y="1127627"/>
            <a:ext cx="2116664" cy="279514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2463722" y="1127627"/>
            <a:ext cx="2116664" cy="279514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240989" y="192286"/>
            <a:ext cx="4337494" cy="3730232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40988" y="1127639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2463722" y="1127627"/>
            <a:ext cx="2116664" cy="279514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240988" y="2587700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40988" y="1127627"/>
            <a:ext cx="2116664" cy="279514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2463722" y="1127639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2463722" y="2587700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240988" y="1127639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2463722" y="1127639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240989" y="2587700"/>
            <a:ext cx="433749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240989" y="1127639"/>
            <a:ext cx="433749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240989" y="2587700"/>
            <a:ext cx="433749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240988" y="1127639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2463722" y="1127639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240988" y="2587700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2463722" y="2587700"/>
            <a:ext cx="2116664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40989" y="192284"/>
            <a:ext cx="4337494" cy="8045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061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240982" y="1127639"/>
            <a:ext cx="1396560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07561" y="1127639"/>
            <a:ext cx="1396560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3174138" y="1127639"/>
            <a:ext cx="1396560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240982" y="2587700"/>
            <a:ext cx="1396560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1707561" y="2587700"/>
            <a:ext cx="1396560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174138" y="2587700"/>
            <a:ext cx="1396560" cy="133305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68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5" y="0"/>
            <a:ext cx="75900" cy="4819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" name="CustomShape 2"/>
          <p:cNvSpPr/>
          <p:nvPr/>
        </p:nvSpPr>
        <p:spPr>
          <a:xfrm>
            <a:off x="5" y="12"/>
            <a:ext cx="75900" cy="8422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1051432" rtl="0" eaLnBrk="1" latinLnBrk="1" hangingPunct="1">
        <a:lnSpc>
          <a:spcPct val="90000"/>
        </a:lnSpc>
        <a:spcBef>
          <a:spcPct val="0"/>
        </a:spcBef>
        <a:buNone/>
        <a:defRPr sz="50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2857" indent="-262857" algn="l" defTabSz="1051432" rtl="0" eaLnBrk="1" latinLnBrk="1" hangingPunct="1">
        <a:lnSpc>
          <a:spcPct val="90000"/>
        </a:lnSpc>
        <a:spcBef>
          <a:spcPts val="1150"/>
        </a:spcBef>
        <a:buFont typeface="Arial" panose="020B0604020202020204" pitchFamily="34" charset="0"/>
        <a:buChar char="•"/>
        <a:defRPr sz="3220" kern="1200">
          <a:solidFill>
            <a:schemeClr val="tx1"/>
          </a:solidFill>
          <a:latin typeface="+mn-lt"/>
          <a:ea typeface="+mn-ea"/>
          <a:cs typeface="+mn-cs"/>
        </a:defRPr>
      </a:lvl1pPr>
      <a:lvl2pPr marL="788574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760" kern="1200">
          <a:solidFill>
            <a:schemeClr val="tx1"/>
          </a:solidFill>
          <a:latin typeface="+mn-lt"/>
          <a:ea typeface="+mn-ea"/>
          <a:cs typeface="+mn-cs"/>
        </a:defRPr>
      </a:lvl2pPr>
      <a:lvl3pPr marL="1314291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840006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365720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891437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417154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942869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468583" indent="-262857" algn="l" defTabSz="1051432" rtl="0" eaLnBrk="1" latinLnBrk="1" hangingPunct="1">
        <a:lnSpc>
          <a:spcPct val="90000"/>
        </a:lnSpc>
        <a:spcBef>
          <a:spcPts val="574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1pPr>
      <a:lvl2pPr marL="525715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2pPr>
      <a:lvl3pPr marL="1051432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3pPr>
      <a:lvl4pPr marL="1577148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102863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628579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154295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680011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205726" algn="l" defTabSz="1051432" rtl="0" eaLnBrk="1" latinLnBrk="1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771627EF-EC68-6BA1-B9F3-49A0A05DB9EC}"/>
              </a:ext>
            </a:extLst>
          </p:cNvPr>
          <p:cNvGrpSpPr/>
          <p:nvPr/>
        </p:nvGrpSpPr>
        <p:grpSpPr>
          <a:xfrm>
            <a:off x="0" y="994"/>
            <a:ext cx="4818653" cy="4839082"/>
            <a:chOff x="765673" y="859809"/>
            <a:chExt cx="4818654" cy="4839082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D9AFA50-D51D-FE8E-187D-DA086FC20B6E}"/>
                </a:ext>
              </a:extLst>
            </p:cNvPr>
            <p:cNvSpPr/>
            <p:nvPr/>
          </p:nvSpPr>
          <p:spPr>
            <a:xfrm>
              <a:off x="765673" y="859810"/>
              <a:ext cx="4818654" cy="481865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769"/>
            </a:p>
          </p:txBody>
        </p:sp>
        <p:pic>
          <p:nvPicPr>
            <p:cNvPr id="2" name="Main graphic">
              <a:extLst>
                <a:ext uri="{FF2B5EF4-FFF2-40B4-BE49-F238E27FC236}">
                  <a16:creationId xmlns:a16="http://schemas.microsoft.com/office/drawing/2014/main" id="{5ADB8800-3580-5883-4781-0E9317D031D5}"/>
                </a:ext>
              </a:extLst>
            </p:cNvPr>
            <p:cNvPicPr/>
            <p:nvPr/>
          </p:nvPicPr>
          <p:blipFill rotWithShape="1">
            <a:blip r:embed="rId3"/>
            <a:srcRect r="33760"/>
            <a:stretch/>
          </p:blipFill>
          <p:spPr>
            <a:xfrm>
              <a:off x="1071840" y="917915"/>
              <a:ext cx="4206280" cy="242028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Main graphic">
              <a:extLst>
                <a:ext uri="{FF2B5EF4-FFF2-40B4-BE49-F238E27FC236}">
                  <a16:creationId xmlns:a16="http://schemas.microsoft.com/office/drawing/2014/main" id="{2B0D6D3E-ED91-8B35-B70B-0D1F9F8F60CF}"/>
                </a:ext>
              </a:extLst>
            </p:cNvPr>
            <p:cNvPicPr/>
            <p:nvPr/>
          </p:nvPicPr>
          <p:blipFill rotWithShape="1">
            <a:blip r:embed="rId3"/>
            <a:srcRect l="66239" t="1863"/>
            <a:stretch/>
          </p:blipFill>
          <p:spPr>
            <a:xfrm>
              <a:off x="2103080" y="3303269"/>
              <a:ext cx="2143800" cy="2375195"/>
            </a:xfrm>
            <a:prstGeom prst="rect">
              <a:avLst/>
            </a:prstGeom>
            <a:ln>
              <a:noFill/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04592F8-3A72-3EA1-C80B-0EAD878A4623}"/>
                </a:ext>
              </a:extLst>
            </p:cNvPr>
            <p:cNvSpPr/>
            <p:nvPr/>
          </p:nvSpPr>
          <p:spPr>
            <a:xfrm>
              <a:off x="4165600" y="3303269"/>
              <a:ext cx="1418688" cy="237519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769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C357D88-E178-E609-6388-5C766A459168}"/>
                </a:ext>
              </a:extLst>
            </p:cNvPr>
            <p:cNvSpPr/>
            <p:nvPr/>
          </p:nvSpPr>
          <p:spPr>
            <a:xfrm>
              <a:off x="992012" y="859809"/>
              <a:ext cx="4356502" cy="1031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769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F29C3A8B-A40E-5145-9A54-EB06D6F63266}"/>
                </a:ext>
              </a:extLst>
            </p:cNvPr>
            <p:cNvSpPr/>
            <p:nvPr/>
          </p:nvSpPr>
          <p:spPr>
            <a:xfrm>
              <a:off x="964375" y="859809"/>
              <a:ext cx="203240" cy="25437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769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60FD92F-0073-126E-6E04-2FBDAB967D6D}"/>
                </a:ext>
              </a:extLst>
            </p:cNvPr>
            <p:cNvSpPr/>
            <p:nvPr/>
          </p:nvSpPr>
          <p:spPr>
            <a:xfrm>
              <a:off x="1057246" y="3289264"/>
              <a:ext cx="1045834" cy="29407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769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EC39337-16CA-AE5E-DFFA-69B38BB99506}"/>
                </a:ext>
              </a:extLst>
            </p:cNvPr>
            <p:cNvSpPr/>
            <p:nvPr/>
          </p:nvSpPr>
          <p:spPr>
            <a:xfrm>
              <a:off x="1376600" y="5640834"/>
              <a:ext cx="3587325" cy="580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769"/>
            </a:p>
          </p:txBody>
        </p:sp>
      </p:grpSp>
    </p:spTree>
    <p:extLst>
      <p:ext uri="{BB962C8B-B14F-4D97-AF65-F5344CB8AC3E}">
        <p14:creationId xmlns:p14="http://schemas.microsoft.com/office/powerpoint/2010/main" val="404107940"/>
      </p:ext>
    </p:extLst>
  </p:cSld>
  <p:clrMapOvr>
    <a:masterClrMapping/>
  </p:clrMapOvr>
  <p:transition>
    <p:wipe dir="r"/>
  </p:transition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Words>1</Words>
  <Application>Microsoft Macintosh PowerPoint</Application>
  <PresentationFormat>사용자 지정</PresentationFormat>
  <Paragraphs>1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YOUNGJIN</dc:creator>
  <dc:description/>
  <cp:lastModifiedBy>방준서</cp:lastModifiedBy>
  <cp:revision>13</cp:revision>
  <dcterms:modified xsi:type="dcterms:W3CDTF">2025-11-24T12:20:06Z</dcterms:modified>
  <dc:language>en-US</dc:language>
</cp:coreProperties>
</file>