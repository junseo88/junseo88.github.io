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6350000" cy="2419350"/>
  <p:notesSz cx="7772400" cy="10058400"/>
  <p:defaultTextStyle>
    <a:defPPr>
      <a:defRPr lang="ko-KR"/>
    </a:defPPr>
    <a:lvl1pPr marL="0" algn="l" defTabSz="515364" rtl="0" eaLnBrk="1" latinLnBrk="1" hangingPunct="1">
      <a:defRPr sz="1015" kern="1200">
        <a:solidFill>
          <a:schemeClr val="tx1"/>
        </a:solidFill>
        <a:latin typeface="+mn-lt"/>
        <a:ea typeface="+mn-ea"/>
        <a:cs typeface="+mn-cs"/>
      </a:defRPr>
    </a:lvl1pPr>
    <a:lvl2pPr marL="257682" algn="l" defTabSz="515364" rtl="0" eaLnBrk="1" latinLnBrk="1" hangingPunct="1">
      <a:defRPr sz="1015" kern="1200">
        <a:solidFill>
          <a:schemeClr val="tx1"/>
        </a:solidFill>
        <a:latin typeface="+mn-lt"/>
        <a:ea typeface="+mn-ea"/>
        <a:cs typeface="+mn-cs"/>
      </a:defRPr>
    </a:lvl2pPr>
    <a:lvl3pPr marL="515364" algn="l" defTabSz="515364" rtl="0" eaLnBrk="1" latinLnBrk="1" hangingPunct="1">
      <a:defRPr sz="1015" kern="1200">
        <a:solidFill>
          <a:schemeClr val="tx1"/>
        </a:solidFill>
        <a:latin typeface="+mn-lt"/>
        <a:ea typeface="+mn-ea"/>
        <a:cs typeface="+mn-cs"/>
      </a:defRPr>
    </a:lvl3pPr>
    <a:lvl4pPr marL="773046" algn="l" defTabSz="515364" rtl="0" eaLnBrk="1" latinLnBrk="1" hangingPunct="1">
      <a:defRPr sz="1015" kern="1200">
        <a:solidFill>
          <a:schemeClr val="tx1"/>
        </a:solidFill>
        <a:latin typeface="+mn-lt"/>
        <a:ea typeface="+mn-ea"/>
        <a:cs typeface="+mn-cs"/>
      </a:defRPr>
    </a:lvl4pPr>
    <a:lvl5pPr marL="1030728" algn="l" defTabSz="515364" rtl="0" eaLnBrk="1" latinLnBrk="1" hangingPunct="1">
      <a:defRPr sz="1015" kern="1200">
        <a:solidFill>
          <a:schemeClr val="tx1"/>
        </a:solidFill>
        <a:latin typeface="+mn-lt"/>
        <a:ea typeface="+mn-ea"/>
        <a:cs typeface="+mn-cs"/>
      </a:defRPr>
    </a:lvl5pPr>
    <a:lvl6pPr marL="1288410" algn="l" defTabSz="515364" rtl="0" eaLnBrk="1" latinLnBrk="1" hangingPunct="1">
      <a:defRPr sz="1015" kern="1200">
        <a:solidFill>
          <a:schemeClr val="tx1"/>
        </a:solidFill>
        <a:latin typeface="+mn-lt"/>
        <a:ea typeface="+mn-ea"/>
        <a:cs typeface="+mn-cs"/>
      </a:defRPr>
    </a:lvl6pPr>
    <a:lvl7pPr marL="1546092" algn="l" defTabSz="515364" rtl="0" eaLnBrk="1" latinLnBrk="1" hangingPunct="1">
      <a:defRPr sz="1015" kern="1200">
        <a:solidFill>
          <a:schemeClr val="tx1"/>
        </a:solidFill>
        <a:latin typeface="+mn-lt"/>
        <a:ea typeface="+mn-ea"/>
        <a:cs typeface="+mn-cs"/>
      </a:defRPr>
    </a:lvl7pPr>
    <a:lvl8pPr marL="1803774" algn="l" defTabSz="515364" rtl="0" eaLnBrk="1" latinLnBrk="1" hangingPunct="1">
      <a:defRPr sz="1015" kern="1200">
        <a:solidFill>
          <a:schemeClr val="tx1"/>
        </a:solidFill>
        <a:latin typeface="+mn-lt"/>
        <a:ea typeface="+mn-ea"/>
        <a:cs typeface="+mn-cs"/>
      </a:defRPr>
    </a:lvl8pPr>
    <a:lvl9pPr marL="2061456" algn="l" defTabSz="515364" rtl="0" eaLnBrk="1" latinLnBrk="1" hangingPunct="1">
      <a:defRPr sz="101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07" autoAdjust="0"/>
    <p:restoredTop sz="94640"/>
  </p:normalViewPr>
  <p:slideViewPr>
    <p:cSldViewPr snapToGrid="0">
      <p:cViewPr varScale="1">
        <p:scale>
          <a:sx n="255" d="100"/>
          <a:sy n="255" d="100"/>
        </p:scale>
        <p:origin x="192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3332B-846A-4D2B-8B67-F9309C5158BD}" type="datetimeFigureOut">
              <a:rPr lang="ko-KR" altLang="en-US" smtClean="0"/>
              <a:t>2025. 11. 24.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566738" y="1257300"/>
            <a:ext cx="8905876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9759C8-8117-4BBC-AD53-31FC836FAE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6408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63615" rtl="0" eaLnBrk="1" latinLnBrk="1" hangingPunct="1">
      <a:defRPr sz="1002" kern="1200">
        <a:solidFill>
          <a:schemeClr val="tx1"/>
        </a:solidFill>
        <a:latin typeface="+mn-lt"/>
        <a:ea typeface="+mn-ea"/>
        <a:cs typeface="+mn-cs"/>
      </a:defRPr>
    </a:lvl1pPr>
    <a:lvl2pPr marL="381808" algn="l" defTabSz="763615" rtl="0" eaLnBrk="1" latinLnBrk="1" hangingPunct="1">
      <a:defRPr sz="1002" kern="1200">
        <a:solidFill>
          <a:schemeClr val="tx1"/>
        </a:solidFill>
        <a:latin typeface="+mn-lt"/>
        <a:ea typeface="+mn-ea"/>
        <a:cs typeface="+mn-cs"/>
      </a:defRPr>
    </a:lvl2pPr>
    <a:lvl3pPr marL="763615" algn="l" defTabSz="763615" rtl="0" eaLnBrk="1" latinLnBrk="1" hangingPunct="1">
      <a:defRPr sz="1002" kern="1200">
        <a:solidFill>
          <a:schemeClr val="tx1"/>
        </a:solidFill>
        <a:latin typeface="+mn-lt"/>
        <a:ea typeface="+mn-ea"/>
        <a:cs typeface="+mn-cs"/>
      </a:defRPr>
    </a:lvl3pPr>
    <a:lvl4pPr marL="1145423" algn="l" defTabSz="763615" rtl="0" eaLnBrk="1" latinLnBrk="1" hangingPunct="1">
      <a:defRPr sz="1002" kern="1200">
        <a:solidFill>
          <a:schemeClr val="tx1"/>
        </a:solidFill>
        <a:latin typeface="+mn-lt"/>
        <a:ea typeface="+mn-ea"/>
        <a:cs typeface="+mn-cs"/>
      </a:defRPr>
    </a:lvl4pPr>
    <a:lvl5pPr marL="1527231" algn="l" defTabSz="763615" rtl="0" eaLnBrk="1" latinLnBrk="1" hangingPunct="1">
      <a:defRPr sz="1002" kern="1200">
        <a:solidFill>
          <a:schemeClr val="tx1"/>
        </a:solidFill>
        <a:latin typeface="+mn-lt"/>
        <a:ea typeface="+mn-ea"/>
        <a:cs typeface="+mn-cs"/>
      </a:defRPr>
    </a:lvl5pPr>
    <a:lvl6pPr marL="1909039" algn="l" defTabSz="763615" rtl="0" eaLnBrk="1" latinLnBrk="1" hangingPunct="1">
      <a:defRPr sz="1002" kern="1200">
        <a:solidFill>
          <a:schemeClr val="tx1"/>
        </a:solidFill>
        <a:latin typeface="+mn-lt"/>
        <a:ea typeface="+mn-ea"/>
        <a:cs typeface="+mn-cs"/>
      </a:defRPr>
    </a:lvl6pPr>
    <a:lvl7pPr marL="2290846" algn="l" defTabSz="763615" rtl="0" eaLnBrk="1" latinLnBrk="1" hangingPunct="1">
      <a:defRPr sz="1002" kern="1200">
        <a:solidFill>
          <a:schemeClr val="tx1"/>
        </a:solidFill>
        <a:latin typeface="+mn-lt"/>
        <a:ea typeface="+mn-ea"/>
        <a:cs typeface="+mn-cs"/>
      </a:defRPr>
    </a:lvl7pPr>
    <a:lvl8pPr marL="2672654" algn="l" defTabSz="763615" rtl="0" eaLnBrk="1" latinLnBrk="1" hangingPunct="1">
      <a:defRPr sz="1002" kern="1200">
        <a:solidFill>
          <a:schemeClr val="tx1"/>
        </a:solidFill>
        <a:latin typeface="+mn-lt"/>
        <a:ea typeface="+mn-ea"/>
        <a:cs typeface="+mn-cs"/>
      </a:defRPr>
    </a:lvl8pPr>
    <a:lvl9pPr marL="3054462" algn="l" defTabSz="763615" rtl="0" eaLnBrk="1" latinLnBrk="1" hangingPunct="1">
      <a:defRPr sz="100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566738" y="1257300"/>
            <a:ext cx="8905876" cy="33940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9759C8-8117-4BBC-AD53-31FC836FAE8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6880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17509" y="96522"/>
            <a:ext cx="5714748" cy="4038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506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317509" y="566042"/>
            <a:ext cx="5714748" cy="1403096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68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317509" y="96522"/>
            <a:ext cx="5714748" cy="4038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506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317509" y="566042"/>
            <a:ext cx="5714748" cy="1403096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317509" y="96522"/>
            <a:ext cx="5714748" cy="4038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506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317504" y="566042"/>
            <a:ext cx="2788753" cy="1403096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3246006" y="566042"/>
            <a:ext cx="2788753" cy="1403096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17509" y="96522"/>
            <a:ext cx="5714748" cy="4038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506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317509" y="96522"/>
            <a:ext cx="5714748" cy="1872488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68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17509" y="96522"/>
            <a:ext cx="5714748" cy="4038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506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317504" y="566045"/>
            <a:ext cx="2788753" cy="669163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3246006" y="566042"/>
            <a:ext cx="2788753" cy="1403096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317504" y="1298961"/>
            <a:ext cx="2788753" cy="669163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317509" y="96522"/>
            <a:ext cx="5714748" cy="4038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506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317504" y="566042"/>
            <a:ext cx="2788753" cy="1403096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3246006" y="566045"/>
            <a:ext cx="2788753" cy="669163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3246006" y="1298961"/>
            <a:ext cx="2788753" cy="669163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17509" y="96522"/>
            <a:ext cx="5714748" cy="4038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506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317504" y="566045"/>
            <a:ext cx="2788753" cy="669163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3246006" y="566045"/>
            <a:ext cx="2788753" cy="669163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317509" y="1298961"/>
            <a:ext cx="5714748" cy="669163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317509" y="96522"/>
            <a:ext cx="5714748" cy="4038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506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317509" y="566045"/>
            <a:ext cx="5714748" cy="669163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317509" y="1298961"/>
            <a:ext cx="5714748" cy="669163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317509" y="96522"/>
            <a:ext cx="5714748" cy="4038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506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317504" y="566045"/>
            <a:ext cx="2788753" cy="669163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3246006" y="566045"/>
            <a:ext cx="2788753" cy="669163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317504" y="1298961"/>
            <a:ext cx="2788753" cy="669163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3246006" y="1298961"/>
            <a:ext cx="2788753" cy="669163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317509" y="96522"/>
            <a:ext cx="5714748" cy="4038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506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317500" y="566045"/>
            <a:ext cx="1840000" cy="669163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2249750" y="566045"/>
            <a:ext cx="1840000" cy="669163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4182000" y="566045"/>
            <a:ext cx="1840000" cy="669163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317500" y="1298961"/>
            <a:ext cx="1840000" cy="669163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2249750" y="1298961"/>
            <a:ext cx="1840000" cy="669163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4182000" y="1298961"/>
            <a:ext cx="1840000" cy="669163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68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1"/>
          <p:cNvSpPr/>
          <p:nvPr/>
        </p:nvSpPr>
        <p:spPr>
          <a:xfrm>
            <a:off x="6" y="0"/>
            <a:ext cx="100000" cy="2419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" name="CustomShape 2"/>
          <p:cNvSpPr/>
          <p:nvPr/>
        </p:nvSpPr>
        <p:spPr>
          <a:xfrm>
            <a:off x="6" y="3"/>
            <a:ext cx="100000" cy="42278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1051469" rtl="0" eaLnBrk="1" latinLnBrk="1" hangingPunct="1">
        <a:lnSpc>
          <a:spcPct val="90000"/>
        </a:lnSpc>
        <a:spcBef>
          <a:spcPct val="0"/>
        </a:spcBef>
        <a:buNone/>
        <a:defRPr sz="50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2867" indent="-262867" algn="l" defTabSz="1051469" rtl="0" eaLnBrk="1" latinLnBrk="1" hangingPunct="1">
        <a:lnSpc>
          <a:spcPct val="90000"/>
        </a:lnSpc>
        <a:spcBef>
          <a:spcPts val="1150"/>
        </a:spcBef>
        <a:buFont typeface="Arial" panose="020B0604020202020204" pitchFamily="34" charset="0"/>
        <a:buChar char="•"/>
        <a:defRPr sz="3220" kern="1200">
          <a:solidFill>
            <a:schemeClr val="tx1"/>
          </a:solidFill>
          <a:latin typeface="+mn-lt"/>
          <a:ea typeface="+mn-ea"/>
          <a:cs typeface="+mn-cs"/>
        </a:defRPr>
      </a:lvl1pPr>
      <a:lvl2pPr marL="788601" indent="-262867" algn="l" defTabSz="1051469" rtl="0" eaLnBrk="1" latinLnBrk="1" hangingPunct="1">
        <a:lnSpc>
          <a:spcPct val="90000"/>
        </a:lnSpc>
        <a:spcBef>
          <a:spcPts val="575"/>
        </a:spcBef>
        <a:buFont typeface="Arial" panose="020B0604020202020204" pitchFamily="34" charset="0"/>
        <a:buChar char="•"/>
        <a:defRPr sz="2760" kern="1200">
          <a:solidFill>
            <a:schemeClr val="tx1"/>
          </a:solidFill>
          <a:latin typeface="+mn-lt"/>
          <a:ea typeface="+mn-ea"/>
          <a:cs typeface="+mn-cs"/>
        </a:defRPr>
      </a:lvl2pPr>
      <a:lvl3pPr marL="1314336" indent="-262867" algn="l" defTabSz="1051469" rtl="0" eaLnBrk="1" latinLnBrk="1" hangingPunct="1">
        <a:lnSpc>
          <a:spcPct val="90000"/>
        </a:lnSpc>
        <a:spcBef>
          <a:spcPts val="575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840070" indent="-262867" algn="l" defTabSz="1051469" rtl="0" eaLnBrk="1" latinLnBrk="1" hangingPunct="1">
        <a:lnSpc>
          <a:spcPct val="90000"/>
        </a:lnSpc>
        <a:spcBef>
          <a:spcPts val="575"/>
        </a:spcBef>
        <a:buFont typeface="Arial" panose="020B0604020202020204" pitchFamily="34" charset="0"/>
        <a:buChar char="•"/>
        <a:defRPr sz="2070" kern="1200">
          <a:solidFill>
            <a:schemeClr val="tx1"/>
          </a:solidFill>
          <a:latin typeface="+mn-lt"/>
          <a:ea typeface="+mn-ea"/>
          <a:cs typeface="+mn-cs"/>
        </a:defRPr>
      </a:lvl4pPr>
      <a:lvl5pPr marL="2365804" indent="-262867" algn="l" defTabSz="1051469" rtl="0" eaLnBrk="1" latinLnBrk="1" hangingPunct="1">
        <a:lnSpc>
          <a:spcPct val="90000"/>
        </a:lnSpc>
        <a:spcBef>
          <a:spcPts val="575"/>
        </a:spcBef>
        <a:buFont typeface="Arial" panose="020B0604020202020204" pitchFamily="34" charset="0"/>
        <a:buChar char="•"/>
        <a:defRPr sz="2070" kern="1200">
          <a:solidFill>
            <a:schemeClr val="tx1"/>
          </a:solidFill>
          <a:latin typeface="+mn-lt"/>
          <a:ea typeface="+mn-ea"/>
          <a:cs typeface="+mn-cs"/>
        </a:defRPr>
      </a:lvl5pPr>
      <a:lvl6pPr marL="2891539" indent="-262867" algn="l" defTabSz="1051469" rtl="0" eaLnBrk="1" latinLnBrk="1" hangingPunct="1">
        <a:lnSpc>
          <a:spcPct val="90000"/>
        </a:lnSpc>
        <a:spcBef>
          <a:spcPts val="575"/>
        </a:spcBef>
        <a:buFont typeface="Arial" panose="020B0604020202020204" pitchFamily="34" charset="0"/>
        <a:buChar char="•"/>
        <a:defRPr sz="2070" kern="1200">
          <a:solidFill>
            <a:schemeClr val="tx1"/>
          </a:solidFill>
          <a:latin typeface="+mn-lt"/>
          <a:ea typeface="+mn-ea"/>
          <a:cs typeface="+mn-cs"/>
        </a:defRPr>
      </a:lvl6pPr>
      <a:lvl7pPr marL="3417273" indent="-262867" algn="l" defTabSz="1051469" rtl="0" eaLnBrk="1" latinLnBrk="1" hangingPunct="1">
        <a:lnSpc>
          <a:spcPct val="90000"/>
        </a:lnSpc>
        <a:spcBef>
          <a:spcPts val="575"/>
        </a:spcBef>
        <a:buFont typeface="Arial" panose="020B0604020202020204" pitchFamily="34" charset="0"/>
        <a:buChar char="•"/>
        <a:defRPr sz="2070" kern="1200">
          <a:solidFill>
            <a:schemeClr val="tx1"/>
          </a:solidFill>
          <a:latin typeface="+mn-lt"/>
          <a:ea typeface="+mn-ea"/>
          <a:cs typeface="+mn-cs"/>
        </a:defRPr>
      </a:lvl7pPr>
      <a:lvl8pPr marL="3943007" indent="-262867" algn="l" defTabSz="1051469" rtl="0" eaLnBrk="1" latinLnBrk="1" hangingPunct="1">
        <a:lnSpc>
          <a:spcPct val="90000"/>
        </a:lnSpc>
        <a:spcBef>
          <a:spcPts val="575"/>
        </a:spcBef>
        <a:buFont typeface="Arial" panose="020B0604020202020204" pitchFamily="34" charset="0"/>
        <a:buChar char="•"/>
        <a:defRPr sz="2070" kern="1200">
          <a:solidFill>
            <a:schemeClr val="tx1"/>
          </a:solidFill>
          <a:latin typeface="+mn-lt"/>
          <a:ea typeface="+mn-ea"/>
          <a:cs typeface="+mn-cs"/>
        </a:defRPr>
      </a:lvl8pPr>
      <a:lvl9pPr marL="4468741" indent="-262867" algn="l" defTabSz="1051469" rtl="0" eaLnBrk="1" latinLnBrk="1" hangingPunct="1">
        <a:lnSpc>
          <a:spcPct val="90000"/>
        </a:lnSpc>
        <a:spcBef>
          <a:spcPts val="575"/>
        </a:spcBef>
        <a:buFont typeface="Arial" panose="020B0604020202020204" pitchFamily="34" charset="0"/>
        <a:buChar char="•"/>
        <a:defRPr sz="20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051469" rtl="0" eaLnBrk="1" latinLnBrk="1" hangingPunct="1">
        <a:defRPr sz="2070" kern="1200">
          <a:solidFill>
            <a:schemeClr val="tx1"/>
          </a:solidFill>
          <a:latin typeface="+mn-lt"/>
          <a:ea typeface="+mn-ea"/>
          <a:cs typeface="+mn-cs"/>
        </a:defRPr>
      </a:lvl1pPr>
      <a:lvl2pPr marL="525734" algn="l" defTabSz="1051469" rtl="0" eaLnBrk="1" latinLnBrk="1" hangingPunct="1">
        <a:defRPr sz="2070" kern="1200">
          <a:solidFill>
            <a:schemeClr val="tx1"/>
          </a:solidFill>
          <a:latin typeface="+mn-lt"/>
          <a:ea typeface="+mn-ea"/>
          <a:cs typeface="+mn-cs"/>
        </a:defRPr>
      </a:lvl2pPr>
      <a:lvl3pPr marL="1051469" algn="l" defTabSz="1051469" rtl="0" eaLnBrk="1" latinLnBrk="1" hangingPunct="1">
        <a:defRPr sz="2070" kern="1200">
          <a:solidFill>
            <a:schemeClr val="tx1"/>
          </a:solidFill>
          <a:latin typeface="+mn-lt"/>
          <a:ea typeface="+mn-ea"/>
          <a:cs typeface="+mn-cs"/>
        </a:defRPr>
      </a:lvl3pPr>
      <a:lvl4pPr marL="1577203" algn="l" defTabSz="1051469" rtl="0" eaLnBrk="1" latinLnBrk="1" hangingPunct="1">
        <a:defRPr sz="2070" kern="1200">
          <a:solidFill>
            <a:schemeClr val="tx1"/>
          </a:solidFill>
          <a:latin typeface="+mn-lt"/>
          <a:ea typeface="+mn-ea"/>
          <a:cs typeface="+mn-cs"/>
        </a:defRPr>
      </a:lvl4pPr>
      <a:lvl5pPr marL="2102937" algn="l" defTabSz="1051469" rtl="0" eaLnBrk="1" latinLnBrk="1" hangingPunct="1">
        <a:defRPr sz="2070" kern="1200">
          <a:solidFill>
            <a:schemeClr val="tx1"/>
          </a:solidFill>
          <a:latin typeface="+mn-lt"/>
          <a:ea typeface="+mn-ea"/>
          <a:cs typeface="+mn-cs"/>
        </a:defRPr>
      </a:lvl5pPr>
      <a:lvl6pPr marL="2628671" algn="l" defTabSz="1051469" rtl="0" eaLnBrk="1" latinLnBrk="1" hangingPunct="1">
        <a:defRPr sz="2070" kern="1200">
          <a:solidFill>
            <a:schemeClr val="tx1"/>
          </a:solidFill>
          <a:latin typeface="+mn-lt"/>
          <a:ea typeface="+mn-ea"/>
          <a:cs typeface="+mn-cs"/>
        </a:defRPr>
      </a:lvl6pPr>
      <a:lvl7pPr marL="3154406" algn="l" defTabSz="1051469" rtl="0" eaLnBrk="1" latinLnBrk="1" hangingPunct="1">
        <a:defRPr sz="2070" kern="1200">
          <a:solidFill>
            <a:schemeClr val="tx1"/>
          </a:solidFill>
          <a:latin typeface="+mn-lt"/>
          <a:ea typeface="+mn-ea"/>
          <a:cs typeface="+mn-cs"/>
        </a:defRPr>
      </a:lvl7pPr>
      <a:lvl8pPr marL="3680140" algn="l" defTabSz="1051469" rtl="0" eaLnBrk="1" latinLnBrk="1" hangingPunct="1">
        <a:defRPr sz="2070" kern="1200">
          <a:solidFill>
            <a:schemeClr val="tx1"/>
          </a:solidFill>
          <a:latin typeface="+mn-lt"/>
          <a:ea typeface="+mn-ea"/>
          <a:cs typeface="+mn-cs"/>
        </a:defRPr>
      </a:lvl8pPr>
      <a:lvl9pPr marL="4205874" algn="l" defTabSz="1051469" rtl="0" eaLnBrk="1" latinLnBrk="1" hangingPunct="1">
        <a:defRPr sz="20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in graphic">
            <a:extLst>
              <a:ext uri="{FF2B5EF4-FFF2-40B4-BE49-F238E27FC236}">
                <a16:creationId xmlns:a16="http://schemas.microsoft.com/office/drawing/2014/main" id="{5ADB8800-3580-5883-4781-0E9317D031D5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-40" y="-930"/>
            <a:ext cx="6350040" cy="242028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410794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</TotalTime>
  <Words>1</Words>
  <Application>Microsoft Macintosh PowerPoint</Application>
  <PresentationFormat>사용자 지정</PresentationFormat>
  <Paragraphs>1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Theme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YOUNGJIN</dc:creator>
  <dc:description/>
  <cp:lastModifiedBy>방준서</cp:lastModifiedBy>
  <cp:revision>12</cp:revision>
  <dcterms:modified xsi:type="dcterms:W3CDTF">2025-11-24T11:58:28Z</dcterms:modified>
  <dc:language>en-US</dc:language>
</cp:coreProperties>
</file>