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2879725" cy="3132138"/>
  <p:notesSz cx="7772400" cy="10058400"/>
  <p:defaultTextStyle>
    <a:defPPr>
      <a:defRPr lang="ko-KR"/>
    </a:defPPr>
    <a:lvl1pPr marL="0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1pPr>
    <a:lvl2pPr marL="257656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2pPr>
    <a:lvl3pPr marL="515311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3pPr>
    <a:lvl4pPr marL="772968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4pPr>
    <a:lvl5pPr marL="1030626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5pPr>
    <a:lvl6pPr marL="1288281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6pPr>
    <a:lvl7pPr marL="1545936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7pPr>
    <a:lvl8pPr marL="1803591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8pPr>
    <a:lvl9pPr marL="2061249" algn="l" defTabSz="515311" rtl="0" eaLnBrk="1" latinLnBrk="1" hangingPunct="1">
      <a:defRPr sz="101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7" autoAdjust="0"/>
    <p:restoredTop sz="94640"/>
  </p:normalViewPr>
  <p:slideViewPr>
    <p:cSldViewPr snapToGrid="0">
      <p:cViewPr>
        <p:scale>
          <a:sx n="229" d="100"/>
          <a:sy n="229" d="100"/>
        </p:scale>
        <p:origin x="2000" y="43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3332B-846A-4D2B-8B67-F9309C5158BD}" type="datetimeFigureOut">
              <a:rPr lang="ko-KR" altLang="en-US" smtClean="0"/>
              <a:t>2025. 11. 24.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257300"/>
            <a:ext cx="31178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759C8-8117-4BBC-AD53-31FC836FAE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0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1pPr>
    <a:lvl2pPr marL="381769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2pPr>
    <a:lvl3pPr marL="763539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3pPr>
    <a:lvl4pPr marL="1145307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4pPr>
    <a:lvl5pPr marL="1527076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5pPr>
    <a:lvl6pPr marL="1908848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6pPr>
    <a:lvl7pPr marL="2290615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7pPr>
    <a:lvl8pPr marL="2672385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8pPr>
    <a:lvl9pPr marL="3054154" algn="l" defTabSz="763539" rtl="0" eaLnBrk="1" latinLnBrk="1" hangingPunct="1">
      <a:defRPr sz="10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27275" y="1257300"/>
            <a:ext cx="3117850" cy="33940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759C8-8117-4BBC-AD53-31FC836FAE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186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43991" y="732809"/>
            <a:ext cx="2591638" cy="181647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43991" y="732809"/>
            <a:ext cx="2591638" cy="181647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43990" y="732809"/>
            <a:ext cx="1264700" cy="181647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472066" y="732809"/>
            <a:ext cx="1264700" cy="181647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43991" y="124961"/>
            <a:ext cx="2591638" cy="2424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3990" y="732820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72066" y="732809"/>
            <a:ext cx="1264700" cy="181647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43990" y="1681669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43990" y="732809"/>
            <a:ext cx="1264700" cy="181647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472066" y="732820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472066" y="1681669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43990" y="732820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472066" y="732820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43991" y="1681669"/>
            <a:ext cx="2591638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43991" y="732820"/>
            <a:ext cx="2591638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43991" y="1681669"/>
            <a:ext cx="2591638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43990" y="732820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472066" y="732820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43990" y="1681669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472066" y="1681669"/>
            <a:ext cx="126470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43991" y="124960"/>
            <a:ext cx="2591638" cy="52284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1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43986" y="732820"/>
            <a:ext cx="83444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020262" y="732820"/>
            <a:ext cx="83444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896537" y="732820"/>
            <a:ext cx="83444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43986" y="1681669"/>
            <a:ext cx="83444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020262" y="1681669"/>
            <a:ext cx="83444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896537" y="1681669"/>
            <a:ext cx="834440" cy="86631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3" y="1"/>
            <a:ext cx="45350" cy="3132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2"/>
          <p:cNvSpPr/>
          <p:nvPr/>
        </p:nvSpPr>
        <p:spPr>
          <a:xfrm>
            <a:off x="3" y="9"/>
            <a:ext cx="45350" cy="547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51363" rtl="0" eaLnBrk="1" latinLnBrk="1" hangingPunct="1">
        <a:lnSpc>
          <a:spcPct val="90000"/>
        </a:lnSpc>
        <a:spcBef>
          <a:spcPct val="0"/>
        </a:spcBef>
        <a:buNone/>
        <a:defRPr sz="50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39" indent="-262839" algn="l" defTabSz="1051363" rtl="0" eaLnBrk="1" latinLnBrk="1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19" kern="1200">
          <a:solidFill>
            <a:schemeClr val="tx1"/>
          </a:solidFill>
          <a:latin typeface="+mn-lt"/>
          <a:ea typeface="+mn-ea"/>
          <a:cs typeface="+mn-cs"/>
        </a:defRPr>
      </a:lvl1pPr>
      <a:lvl2pPr marL="788522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204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39884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4pPr>
      <a:lvl5pPr marL="2365565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5pPr>
      <a:lvl6pPr marL="2891246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6pPr>
      <a:lvl7pPr marL="3416929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7pPr>
      <a:lvl8pPr marL="3942609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8pPr>
      <a:lvl9pPr marL="4468290" indent="-262839" algn="l" defTabSz="1051363" rtl="0" eaLnBrk="1" latinLnBrk="1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1pPr>
      <a:lvl2pPr marL="525680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2pPr>
      <a:lvl3pPr marL="1051363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3pPr>
      <a:lvl4pPr marL="1577045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4pPr>
      <a:lvl5pPr marL="2102725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5pPr>
      <a:lvl6pPr marL="2628407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6pPr>
      <a:lvl7pPr marL="3154087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7pPr>
      <a:lvl8pPr marL="3679769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8pPr>
      <a:lvl9pPr marL="4205449" algn="l" defTabSz="1051363" rtl="0" eaLnBrk="1" latinLnBrk="1" hangingPunct="1">
        <a:defRPr sz="20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891D9A70-6ABD-1A75-DCA5-D26B0FAF6982}"/>
              </a:ext>
            </a:extLst>
          </p:cNvPr>
          <p:cNvGrpSpPr/>
          <p:nvPr/>
        </p:nvGrpSpPr>
        <p:grpSpPr>
          <a:xfrm>
            <a:off x="234953" y="-44995"/>
            <a:ext cx="2409826" cy="3182568"/>
            <a:chOff x="234953" y="116678"/>
            <a:chExt cx="2409826" cy="318256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142BC7E-8417-0EE1-7D15-50972AA36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234954" y="1730434"/>
              <a:ext cx="2409825" cy="156881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3F7BD09-9D31-B4C1-AD81-6472B6E67B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234953" y="161621"/>
              <a:ext cx="2409825" cy="1568812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CEC078-46F8-C2D1-918A-0FED14E4F21E}"/>
                </a:ext>
              </a:extLst>
            </p:cNvPr>
            <p:cNvSpPr/>
            <p:nvPr/>
          </p:nvSpPr>
          <p:spPr>
            <a:xfrm>
              <a:off x="563605" y="165724"/>
              <a:ext cx="569962" cy="11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756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D9C2858-8D06-FAE1-22F0-665404BFC846}"/>
                </a:ext>
              </a:extLst>
            </p:cNvPr>
            <p:cNvSpPr/>
            <p:nvPr/>
          </p:nvSpPr>
          <p:spPr>
            <a:xfrm>
              <a:off x="563605" y="1730773"/>
              <a:ext cx="569962" cy="11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756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EA6159-B7A3-4CF4-E72C-7A0F3380F23C}"/>
                </a:ext>
              </a:extLst>
            </p:cNvPr>
            <p:cNvSpPr txBox="1"/>
            <p:nvPr/>
          </p:nvSpPr>
          <p:spPr>
            <a:xfrm>
              <a:off x="438058" y="116678"/>
              <a:ext cx="7970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TokeBi</a:t>
              </a:r>
              <a:r>
                <a:rPr kumimoji="1" lang="en-US" altLang="ko-Kore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ko-Kore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(Ours)</a:t>
              </a:r>
              <a:endParaRPr kumimoji="1" lang="ko-Kore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04A163-4995-5EFA-7D89-E76A27763F29}"/>
                </a:ext>
              </a:extLst>
            </p:cNvPr>
            <p:cNvSpPr txBox="1"/>
            <p:nvPr/>
          </p:nvSpPr>
          <p:spPr>
            <a:xfrm>
              <a:off x="438060" y="1688484"/>
              <a:ext cx="7970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TokeBi</a:t>
              </a:r>
              <a:r>
                <a:rPr kumimoji="1" lang="en-US" altLang="ko-Kore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ko-Kore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(Ours)</a:t>
              </a:r>
              <a:endParaRPr kumimoji="1" lang="ko-Kore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0744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9</Words>
  <Application>Microsoft Macintosh PowerPoint</Application>
  <PresentationFormat>사용자 지정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YOUNGJIN</dc:creator>
  <dc:description/>
  <cp:lastModifiedBy>방준서</cp:lastModifiedBy>
  <cp:revision>15</cp:revision>
  <dcterms:modified xsi:type="dcterms:W3CDTF">2025-11-24T12:45:52Z</dcterms:modified>
  <dc:language>en-US</dc:language>
</cp:coreProperties>
</file>