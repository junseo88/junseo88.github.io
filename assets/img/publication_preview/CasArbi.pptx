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2339975" cy="1800225"/>
  <p:notesSz cx="7772400" cy="10058400"/>
  <p:defaultTextStyle>
    <a:defPPr>
      <a:defRPr lang="ko-KR"/>
    </a:defPPr>
    <a:lvl1pPr marL="0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1pPr>
    <a:lvl2pPr marL="25765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2pPr>
    <a:lvl3pPr marL="51531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3pPr>
    <a:lvl4pPr marL="772968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4pPr>
    <a:lvl5pPr marL="103062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5pPr>
    <a:lvl6pPr marL="128828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6pPr>
    <a:lvl7pPr marL="154593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7pPr>
    <a:lvl8pPr marL="180359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8pPr>
    <a:lvl9pPr marL="2061249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4640"/>
  </p:normalViewPr>
  <p:slideViewPr>
    <p:cSldViewPr snapToGrid="0">
      <p:cViewPr>
        <p:scale>
          <a:sx n="299" d="100"/>
          <a:sy n="299" d="100"/>
        </p:scale>
        <p:origin x="3072" y="9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3332B-846A-4D2B-8B67-F9309C5158BD}" type="datetimeFigureOut">
              <a:rPr lang="ko-KR" altLang="en-US" smtClean="0"/>
              <a:t>2025. 11. 24.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679575" y="1257300"/>
            <a:ext cx="44132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759C8-8117-4BBC-AD53-31FC836FAE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0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1pPr>
    <a:lvl2pPr marL="381769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2pPr>
    <a:lvl3pPr marL="763539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3pPr>
    <a:lvl4pPr marL="1145307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4pPr>
    <a:lvl5pPr marL="1527076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5pPr>
    <a:lvl6pPr marL="1908848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6pPr>
    <a:lvl7pPr marL="2290615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7pPr>
    <a:lvl8pPr marL="2672385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8pPr>
    <a:lvl9pPr marL="3054154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679575" y="1257300"/>
            <a:ext cx="4413250" cy="33940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759C8-8117-4BBC-AD53-31FC836FAE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10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17003" y="421189"/>
            <a:ext cx="2105885" cy="104403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17003" y="421189"/>
            <a:ext cx="2105885" cy="10440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17002" y="421189"/>
            <a:ext cx="1027656" cy="10440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196155" y="421189"/>
            <a:ext cx="1027656" cy="10440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17003" y="71822"/>
            <a:ext cx="2105885" cy="139330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17002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196155" y="421189"/>
            <a:ext cx="1027656" cy="10440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17002" y="966555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17002" y="421189"/>
            <a:ext cx="1027656" cy="10440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196155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196155" y="966555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17002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196155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17003" y="966555"/>
            <a:ext cx="2105885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17003" y="421196"/>
            <a:ext cx="2105885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17003" y="966555"/>
            <a:ext cx="2105885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7002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196155" y="421196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17002" y="966555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196155" y="966555"/>
            <a:ext cx="1027656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7003" y="71822"/>
            <a:ext cx="2105885" cy="30051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16999" y="421196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29033" y="421196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541067" y="421196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16999" y="966555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29033" y="966555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541067" y="966555"/>
            <a:ext cx="678040" cy="49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3" y="1"/>
            <a:ext cx="36850" cy="1800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2"/>
          <p:cNvSpPr/>
          <p:nvPr/>
        </p:nvSpPr>
        <p:spPr>
          <a:xfrm>
            <a:off x="3" y="7"/>
            <a:ext cx="36850" cy="314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51363" rtl="0" eaLnBrk="1" latinLnBrk="1" hangingPunct="1">
        <a:lnSpc>
          <a:spcPct val="90000"/>
        </a:lnSpc>
        <a:spcBef>
          <a:spcPct val="0"/>
        </a:spcBef>
        <a:buNone/>
        <a:defRPr sz="50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39" indent="-262839" algn="l" defTabSz="1051363" rtl="0" eaLnBrk="1" latinLnBrk="1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19" kern="1200">
          <a:solidFill>
            <a:schemeClr val="tx1"/>
          </a:solidFill>
          <a:latin typeface="+mn-lt"/>
          <a:ea typeface="+mn-ea"/>
          <a:cs typeface="+mn-cs"/>
        </a:defRPr>
      </a:lvl1pPr>
      <a:lvl2pPr marL="788522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204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39884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4pPr>
      <a:lvl5pPr marL="2365565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5pPr>
      <a:lvl6pPr marL="2891246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6pPr>
      <a:lvl7pPr marL="3416929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7pPr>
      <a:lvl8pPr marL="3942609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8pPr>
      <a:lvl9pPr marL="4468290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1pPr>
      <a:lvl2pPr marL="525680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2pPr>
      <a:lvl3pPr marL="1051363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3pPr>
      <a:lvl4pPr marL="1577045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4pPr>
      <a:lvl5pPr marL="2102725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5pPr>
      <a:lvl6pPr marL="2628407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6pPr>
      <a:lvl7pPr marL="3154087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7pPr>
      <a:lvl8pPr marL="3679769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8pPr>
      <a:lvl9pPr marL="4205449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49DEBBB-5D33-8767-894E-3AA606FD8ECC}"/>
              </a:ext>
            </a:extLst>
          </p:cNvPr>
          <p:cNvGrpSpPr/>
          <p:nvPr/>
        </p:nvGrpSpPr>
        <p:grpSpPr>
          <a:xfrm>
            <a:off x="-1677" y="84197"/>
            <a:ext cx="2334822" cy="1657348"/>
            <a:chOff x="270864" y="685008"/>
            <a:chExt cx="2334822" cy="165734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BA1179BB-28A1-4366-2FB2-CC1033ECF3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960"/>
            <a:stretch/>
          </p:blipFill>
          <p:spPr>
            <a:xfrm>
              <a:off x="274039" y="1902619"/>
              <a:ext cx="2331647" cy="439737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F8D866A-7803-2C77-D503-3EB47B566B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847" b="38090"/>
            <a:stretch/>
          </p:blipFill>
          <p:spPr>
            <a:xfrm>
              <a:off x="274039" y="1524794"/>
              <a:ext cx="2331647" cy="37782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0EA2202-7C7C-DD58-56C2-160DC5F248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290" b="49924"/>
            <a:stretch/>
          </p:blipFill>
          <p:spPr>
            <a:xfrm>
              <a:off x="274039" y="1066006"/>
              <a:ext cx="2331647" cy="4318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6039229-2C90-F123-B7DE-97CB565ED3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836"/>
            <a:stretch/>
          </p:blipFill>
          <p:spPr>
            <a:xfrm>
              <a:off x="270864" y="685008"/>
              <a:ext cx="2331647" cy="380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38332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1</Words>
  <Application>Microsoft Macintosh PowerPoint</Application>
  <PresentationFormat>사용자 지정</PresentationFormat>
  <Paragraphs>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YOUNGJIN</dc:creator>
  <dc:description/>
  <cp:lastModifiedBy>방준서</cp:lastModifiedBy>
  <cp:revision>17</cp:revision>
  <dcterms:modified xsi:type="dcterms:W3CDTF">2025-11-24T12:58:49Z</dcterms:modified>
  <dc:language>en-US</dc:language>
</cp:coreProperties>
</file>